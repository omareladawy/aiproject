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77397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8336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529576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64134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6736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0599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843216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8420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4994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790337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277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D564D-8543-4FE5-82E6-41E86BAC7E1A}" type="datetimeFigureOut">
              <a:rPr lang="en-001" smtClean="0"/>
              <a:t>17/03/2022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94428-D9A9-45D4-ADA9-1980B82BD7D8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39104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F9BA82-88AF-4ABA-98EC-1C7872F57FC8}"/>
              </a:ext>
            </a:extLst>
          </p:cNvPr>
          <p:cNvSpPr txBox="1"/>
          <p:nvPr/>
        </p:nvSpPr>
        <p:spPr>
          <a:xfrm>
            <a:off x="5363362" y="373329"/>
            <a:ext cx="14652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PEAS</a:t>
            </a:r>
            <a:endParaRPr lang="en-001" sz="4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7129F7-EA54-40B2-AE4B-A23B7D7DD64A}"/>
              </a:ext>
            </a:extLst>
          </p:cNvPr>
          <p:cNvSpPr/>
          <p:nvPr/>
        </p:nvSpPr>
        <p:spPr>
          <a:xfrm>
            <a:off x="449793" y="2522038"/>
            <a:ext cx="2237764" cy="16974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 Taken,</a:t>
            </a:r>
          </a:p>
          <a:p>
            <a:pPr algn="ctr"/>
            <a:r>
              <a:rPr lang="en-US" sz="1200" dirty="0"/>
              <a:t>Destination Reached</a:t>
            </a:r>
            <a:endParaRPr lang="en-001" sz="1200" dirty="0"/>
          </a:p>
          <a:p>
            <a:pPr algn="ctr"/>
            <a:endParaRPr lang="en-001" sz="28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E161A7-B824-4F76-ADC9-C8072D5B63D3}"/>
              </a:ext>
            </a:extLst>
          </p:cNvPr>
          <p:cNvSpPr/>
          <p:nvPr/>
        </p:nvSpPr>
        <p:spPr>
          <a:xfrm>
            <a:off x="3468010" y="2522038"/>
            <a:ext cx="2237764" cy="16974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Paths, Car, Destination</a:t>
            </a:r>
            <a:endParaRPr lang="en-001" sz="1800" dirty="0"/>
          </a:p>
          <a:p>
            <a:pPr algn="ctr"/>
            <a:endParaRPr lang="en-001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EA5E2FC-12E5-425B-A4E2-538C4D1BB84E}"/>
              </a:ext>
            </a:extLst>
          </p:cNvPr>
          <p:cNvSpPr/>
          <p:nvPr/>
        </p:nvSpPr>
        <p:spPr>
          <a:xfrm>
            <a:off x="6486227" y="2522038"/>
            <a:ext cx="2237764" cy="16974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Movements</a:t>
            </a:r>
            <a:endParaRPr lang="en-001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9A1C9D6-081A-4925-B968-E839C6BBA2B2}"/>
              </a:ext>
            </a:extLst>
          </p:cNvPr>
          <p:cNvSpPr/>
          <p:nvPr/>
        </p:nvSpPr>
        <p:spPr>
          <a:xfrm>
            <a:off x="9504443" y="2522038"/>
            <a:ext cx="2237764" cy="16974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986742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DDFA9E-5184-49FA-8E18-DDDBB8A5EB46}"/>
              </a:ext>
            </a:extLst>
          </p:cNvPr>
          <p:cNvSpPr txBox="1"/>
          <p:nvPr/>
        </p:nvSpPr>
        <p:spPr>
          <a:xfrm>
            <a:off x="5034793" y="369116"/>
            <a:ext cx="21224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ODESA</a:t>
            </a:r>
            <a:endParaRPr lang="en-001" sz="48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3B4EEF-B283-4B10-B8C3-B644376B11DE}"/>
              </a:ext>
            </a:extLst>
          </p:cNvPr>
          <p:cNvSpPr/>
          <p:nvPr/>
        </p:nvSpPr>
        <p:spPr>
          <a:xfrm>
            <a:off x="10008065" y="2469422"/>
            <a:ext cx="1734141" cy="16974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Single Agent</a:t>
            </a:r>
            <a:endParaRPr lang="en-00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0433C9-20D3-4E67-A100-15F1ECF5C74A}"/>
              </a:ext>
            </a:extLst>
          </p:cNvPr>
          <p:cNvSpPr/>
          <p:nvPr/>
        </p:nvSpPr>
        <p:spPr>
          <a:xfrm>
            <a:off x="700273" y="2469422"/>
            <a:ext cx="1734141" cy="16974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Partially Observable</a:t>
            </a:r>
            <a:endParaRPr lang="en-001" sz="160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22F7F8-802C-4A25-BE89-9B2F12B26CDE}"/>
              </a:ext>
            </a:extLst>
          </p:cNvPr>
          <p:cNvSpPr/>
          <p:nvPr/>
        </p:nvSpPr>
        <p:spPr>
          <a:xfrm>
            <a:off x="3027221" y="2469422"/>
            <a:ext cx="1734141" cy="16974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Stochastic</a:t>
            </a:r>
            <a:endParaRPr lang="en-001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7EDEE8-E21B-4DEB-8E0B-46AE82161A56}"/>
              </a:ext>
            </a:extLst>
          </p:cNvPr>
          <p:cNvSpPr/>
          <p:nvPr/>
        </p:nvSpPr>
        <p:spPr>
          <a:xfrm>
            <a:off x="5354169" y="2469422"/>
            <a:ext cx="1734141" cy="16974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Sequential</a:t>
            </a:r>
            <a:endParaRPr lang="en-00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F7DC77-A5B8-4F22-BB53-F154A04F3DD5}"/>
              </a:ext>
            </a:extLst>
          </p:cNvPr>
          <p:cNvSpPr/>
          <p:nvPr/>
        </p:nvSpPr>
        <p:spPr>
          <a:xfrm>
            <a:off x="7681117" y="2469422"/>
            <a:ext cx="1734141" cy="16974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Dynamic</a:t>
            </a:r>
            <a:endParaRPr lang="en-00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EC0F5D-9EE8-40F9-ACA7-8C9FB8B59B7A}"/>
              </a:ext>
            </a:extLst>
          </p:cNvPr>
          <p:cNvSpPr txBox="1"/>
          <p:nvPr/>
        </p:nvSpPr>
        <p:spPr>
          <a:xfrm>
            <a:off x="3739392" y="5251525"/>
            <a:ext cx="4713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 of Agent Program: Goal-based Reflex Agent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665777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30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Omar ElAdawy</dc:creator>
  <cp:lastModifiedBy>Omar ElAdawy</cp:lastModifiedBy>
  <cp:revision>2</cp:revision>
  <dcterms:created xsi:type="dcterms:W3CDTF">2022-03-14T18:17:41Z</dcterms:created>
  <dcterms:modified xsi:type="dcterms:W3CDTF">2022-03-17T12:42:22Z</dcterms:modified>
</cp:coreProperties>
</file>